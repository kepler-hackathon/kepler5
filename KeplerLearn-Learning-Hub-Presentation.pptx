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3" name="Image 0" descr="/private/tmp/claude-503/-Users-u1567499-agentic-ai-Kepler5/309a5415-d35e-4906-9103-6716442a7449/scratchpad/pptx-build/icons/grad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KeplerLearn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Learning Hub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8862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students to learn, ask, practice, and track progress — without ever leaving the slide.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Slides alone don't teach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8529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are static and plain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really understand a concept from text and bullet points alone.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0873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lives outside the platform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480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ask an AI for help, students exit the canvas and go search elsewhere — losing focus and context.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" y="53218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isn't tailored or trackable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715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quiz yourself on exactly what was taught, or see your progress across topics.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· A Learning Hub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holistic learning experience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bridges the gap between plain slides and real understanding — everything a student needs lives right where they're already learning.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383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right on the slide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794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about this slide or the whole lecture — answered in place, no tab-switching.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324612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37960" y="3383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it, don't just read it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3794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widgets turn a hard concept into something interactive, per slide or per topic.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84632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4983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that's actually relevant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3949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quizzes generated from exactly the lectures you pick, every time.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484632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37960" y="4983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and trackable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53949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divide topics clearly; progress is visible the whole way through.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· A Learning Hub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Anything — Without Leaving the Canvas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and every lecture has a built-in AI copilot, scoped to exactly what you're looking at.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exiting the platform to search elsewhere and losing your place — the answer, and the material, are in one view.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cited back to the source slide, so it's grounded in what was actually taught.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· A Learning Hub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Widgets for Every Concept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slides become interactive: trace through code step-by-step, drag a slider to see a concept scale, or predict-and-check your understanding.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per slide or across a set of slides — whatever the concept calls for.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the moment a student gets something wrong, grounded in that exact material.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· A Learning Hub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Quizzes, Freshly Generated Every Time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lecture or set of lectures and generate a quiz scoped to exactly that material.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different each time — built for real practice, not memorizing a fixed question bank.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directly in the taught content, so practice always matches what's actually covered in class.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· A Learning Hub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Organized Modules, Visible Progress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cleanly divided into modules and lectures — always clear what's next.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see their own completion, quiz accuracy, and concept mastery at a glance.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follow the course from first slide to last, and easy to pick up right where you left off.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· A Learning Hub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FAQ + Peer Widgets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ask and answer each other's questions, tagged to the exact slide or lecture they're about.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peer-built widgets get upvoted by classmates.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traction sends a widget to the teacher for review — great student work can become official material.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· A Learning Hub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6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Teachers: See What's Not Working, Fix It Fast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color-coded heatmap shows exactly which slides and concepts are giving the class trouble.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generates a supplementary slide to close that gap, grounded in the course's own material.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Module Setup Wizard turns a raw slide deck into a structured module with practice content, ready to publish.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· A Learning Hub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LIVE END TO 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today on a real course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 2420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course — Data Structures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468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lecture slides, rendered from the actual decks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468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quiz questions, grounded in those slides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on the slides before this was exercised live — real AI-generated content grounded in the real course material.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real AWS stack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192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API routes, streaming end-to-end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7889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3192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&amp; Haiku for every AI call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27889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532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PostgreSQL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3192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 for retrieval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2062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7365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 and rendered images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43400" y="42062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57200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+ SQS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7365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generation pipeline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46720" y="42062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7532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47365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as code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· A Learning Hub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/private/tmp/claude-503/-Users-u1567499-agentic-ai-Kepler5/309a5415-d35e-4906-9103-6716442a7449/scratchpad/pptx-build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8503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live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83464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real CS2420 lecture and ask the AI copilot a question right on the slide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 quiz question — watch a dynamic widget generate live to explain it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fresh practice quiz from any combination of lectures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student progress view — modules, completion, concept mastery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teacher view: struggle heatmap → generate a fix in one click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/private/tmp/claude-503/-Users-u1567499-agentic-ai-Kepler5/309a5415-d35e-4906-9103-6716442a7449/scratchpad/pptx-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918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— a Learning Hub where every slide is a conversation, not a dead end.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52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2026-09-17T19:17:20Z</dcterms:created>
  <dcterms:modified xsi:type="dcterms:W3CDTF">2026-09-17T19:17:20Z</dcterms:modified>
</cp:coreProperties>
</file>