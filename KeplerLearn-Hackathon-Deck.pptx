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3" name="Image 0" descr="/private/tmp/claude-503/-Users-u1567499-agentic-ai-Kepler5/309a5415-d35e-4906-9103-6716442a7449/scratchpad/pptx-build/icons/gradu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941832"/>
            <a:ext cx="676656" cy="6766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33172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KeplerLearn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42900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AI-powered, course-centric learning platform where students get instant, personalized help — and teachers see exactly where the class is stuck.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CS 2420 — DATA STRUCTURES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188720" cy="118872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4" name="Image 0" descr="/private/tmp/claude-503/-Users-u1567499-agentic-ai-Kepler5/309a5415-d35e-4906-9103-6716442a7449/scratchpad/pptx-build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1206094"/>
            <a:ext cx="879653" cy="8796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slides and office hours don't scale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28529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get stuck silently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2461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scatter across group chats no one else can see or benefit from.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977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08736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arrives too late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4805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TA or office hours catches a misconception, the exam is close.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52120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14400" y="53218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fly blind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57150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which slide or concept is actually causing the class to struggle.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6309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KeplerLearn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188720" cy="118872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4" name="Image 0" descr="/private/tmp/claude-503/-Users-u1567499-agentic-ai-Kepler5/309a5415-d35e-4906-9103-6716442a7449/scratchpad/pptx-build/icons/gradu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1206094"/>
            <a:ext cx="879653" cy="8796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app, two roles, one real course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5257800" cy="2834640"/>
          </a:xfrm>
          <a:prstGeom prst="roundRect">
            <a:avLst>
              <a:gd name="adj" fmla="val 3226"/>
            </a:avLst>
          </a:prstGeom>
          <a:solidFill>
            <a:srgbClr val="F8FA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52044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slide-by-slide with an AI copilot, gets instant personalized remediation on a wrong answer, and can self-serve practice quizzes on demand.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63640" y="2743200"/>
            <a:ext cx="5257800" cy="2834640"/>
          </a:xfrm>
          <a:prstGeom prst="roundRect">
            <a:avLst>
              <a:gd name="adj" fmla="val 3226"/>
            </a:avLst>
          </a:prstGeom>
          <a:solidFill>
            <a:srgbClr val="F8FA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8368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352044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 live struggle heatmap across the class, curates community content, and ships new material with a one-click fix.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309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KeplerLearn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MOCKUP — LIVE END TO END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today on a real course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 2420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11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course — Data Structures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24688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3611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lecture slides, rendered from the actual decks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24688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6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3611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quiz questions, grounded in those slides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212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on the slides that follow was verified live in this session — real Bedrock/Claude calls, real generated content, real bugs found and fixed.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188720" cy="118872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4" name="Image 0" descr="/private/tmp/claude-503/-Users-u1567499-agentic-ai-Kepler5/309a5415-d35e-4906-9103-6716442a7449/scratchpad/pptx-build/icons/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1206094"/>
            <a:ext cx="879653" cy="8796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Copilot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697480"/>
            <a:ext cx="1088136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3017520"/>
            <a:ext cx="10149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about the current slide or the whole lecture, right inside the reading flow.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cited back to the source slide — students can jump straight to the material.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live: a real Claude-backed chat exchange, streamed token-by-token.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309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KeplerLearn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188720" cy="118872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4" name="Image 0" descr="/private/tmp/claude-503/-Users-u1567499-agentic-ai-Kepler5/309a5415-d35e-4906-9103-6716442a7449/scratchpad/pptx-build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1206094"/>
            <a:ext cx="879653" cy="8796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Remediation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697480"/>
            <a:ext cx="1088136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3017520"/>
            <a:ext cx="10149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an inline quiz question and a personalized interactive widget is generated on the spot.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Stepper, Concept Slider, or Predict &amp; Check — whichever fits the concept.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class-wide: only the first student to make a given mistake pays the generation cost.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309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KeplerLearn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188720" cy="118872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4" name="Image 0" descr="/private/tmp/claude-503/-Users-u1567499-agentic-ai-Kepler5/309a5415-d35e-4906-9103-6716442a7449/scratchpad/pptx-build/icons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1206094"/>
            <a:ext cx="879653" cy="8796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AI-Generated Practice Quizzes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697480"/>
            <a:ext cx="1088136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3017520"/>
            <a:ext cx="10149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combination of lectures and get a quiz scoped to exactly that selection.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generated ahead of time by Claude from the real slide content, then cached.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example, generated from the real CS2420 slides: "What is the worst-case time complexity of quicksort?"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309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KeplerLearn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188720" cy="118872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4" name="Image 0" descr="/private/tmp/claude-503/-Users-u1567499-agentic-ai-Kepler5/309a5415-d35e-4906-9103-6716442a7449/scratchpad/pptx-build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1206094"/>
            <a:ext cx="879653" cy="8796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FAQ + Peer Widgets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697480"/>
            <a:ext cx="1088136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3017520"/>
            <a:ext cx="10149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post questions auto-tagged to the exact module, lecture, or slide.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Peer-built interactive widgets are upvoted by classmates.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5 upvotes and it lands in the teacher's review queue for approval.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309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KeplerLearn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5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188720" cy="118872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4" name="Image 0" descr="/private/tmp/claude-503/-Users-u1567499-agentic-ai-Kepler5/309a5415-d35e-4906-9103-6716442a7449/scratchpad/pptx-build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1206094"/>
            <a:ext cx="879653" cy="8796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Struggle Heatmap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697480"/>
            <a:ext cx="1088136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3017520"/>
            <a:ext cx="10149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color-coded view of exactly which slides the class is struggling with.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a flagged slide to see FAQ volume and wrong-answer clusters.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generates a supplementary slide grounded in the textbook and the struggle context.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309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KeplerLearn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6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188720" cy="118872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4" name="Image 0" descr="/private/tmp/claude-503/-Users-u1567499-agentic-ai-Kepler5/309a5415-d35e-4906-9103-6716442a7449/scratchpad/pptx-build/icons/w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1206094"/>
            <a:ext cx="879653" cy="8796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Setup Wizard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697480"/>
            <a:ext cx="1088136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3017520"/>
            <a:ext cx="10149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uploads slide decks; the wizard parses them into an ordered lecture sequence.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in to AI-generated practice content with a per-lecture item cap.</a:t>
            </a:r>
            <a:endParaRPr lang="en-US" sz="16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every generated item before publishing — nothing ships without teacher sign-off.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309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KeplerLearn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188720" cy="1188720"/>
          </a:xfrm>
          <a:prstGeom prst="ellipse">
            <a:avLst/>
          </a:prstGeom>
          <a:solidFill>
            <a:srgbClr val="4338CA"/>
          </a:solidFill>
          <a:ln/>
        </p:spPr>
      </p:sp>
      <p:pic>
        <p:nvPicPr>
          <p:cNvPr id="4" name="Image 0" descr="/private/tmp/claude-503/-Users-u1567499-agentic-ai-Kepler5/309a5415-d35e-4906-9103-6716442a7449/scratchpad/pptx-build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1206094"/>
            <a:ext cx="879653" cy="8796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real AWS stack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7889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3192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API routes, streaming end-to-end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27889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33192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&amp; Haiku for every AI call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46720" y="27889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75320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PostgreSQL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3192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pgvector for retrieval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42062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68680" y="4343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CloudFront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47365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decks and rendered images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343400" y="42062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572000" y="4343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+ SQS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47365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generation pipeline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046720" y="42062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75320" y="4343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275320" y="47365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infrastructure as code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309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KeplerLearn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" name="Image 0" descr="/private/tmp/claude-503/-Users-u1567499-agentic-ai-Kepler5/309a5415-d35e-4906-9103-6716442a7449/scratchpad/pptx-build/icon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850392"/>
            <a:ext cx="676656" cy="6766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965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see it live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83464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view: ask the AI copilot a question on a real CS2420 slide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view: miss a quiz question — watch a widget generate live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view: build a practice quiz from any combination of lectures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view: struggle heatmap → generate a supplementary slide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view: Module Setup Wizard, deck to published module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" name="Image 0" descr="/private/tmp/claude-503/-Users-u1567499-agentic-ai-Kepler5/309a5415-d35e-4906-9103-6716442a7449/scratchpad/pptx-build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941832"/>
            <a:ext cx="676656" cy="6766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29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KeplerLearn — where every wrong answer becomes a teaching moment.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852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2026-09-17T19:00:51Z</dcterms:created>
  <dcterms:modified xsi:type="dcterms:W3CDTF">2026-09-17T19:00:51Z</dcterms:modified>
</cp:coreProperties>
</file>